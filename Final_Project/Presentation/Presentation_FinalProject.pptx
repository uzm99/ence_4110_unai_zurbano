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6" r:id="rId7"/>
    <p:sldId id="265" r:id="rId8"/>
    <p:sldId id="267" r:id="rId9"/>
    <p:sldId id="257" r:id="rId10"/>
    <p:sldId id="256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8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1DAC-957E-3D38-3A19-A0F7E8532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C240D-520A-1876-0217-FA31BAB20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A0899-C92A-5250-0BCC-F18165D04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5163-526B-4A04-A50B-32DB1C5BC0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65729-D8AE-44E3-F29F-51DC050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DA257-4148-2B7C-F1BE-DB0A25A0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48A54-B641-4869-A4BB-24EE5EC80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94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6CA16-6200-5A89-AFAF-B03933AF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2A720-5D87-01A9-D7A1-1C4D69358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BF276-0D6D-EB71-AF6C-DEE7B512B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5163-526B-4A04-A50B-32DB1C5BC0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2B2B1-29CE-9587-F151-C30839D06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63B91-6708-5C2C-2C2A-A004BB341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48A54-B641-4869-A4BB-24EE5EC80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14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09C1B-4F81-96F2-58C8-72E3CECF4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AA750-36B7-4917-DC5A-96C48CFBE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65550-6C4B-A1CD-43EB-8F0BA2FF1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5163-526B-4A04-A50B-32DB1C5BC0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34489-AB9A-EA4A-96BA-38AD21E2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E62B2-F726-60B2-B7ED-F4CA69D5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48A54-B641-4869-A4BB-24EE5EC80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3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A517-46B8-77C8-4571-80905348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31D30-1D38-683E-DB0B-64132E514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8BA4C-0B41-3191-9BB0-AE2851671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E8B1F-1D62-8CD6-7B1B-FF4E035CF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5163-526B-4A04-A50B-32DB1C5BC0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0B530-CDD2-BFEC-1715-DA7957B8F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DA63B-83CF-EBBA-A39B-8DAAC34C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48A54-B641-4869-A4BB-24EE5EC80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1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F91C-A9C9-16F7-A670-A4A96536E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A2A85-DCEC-C40F-109E-188D448CA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C0557-510B-BA5A-EDAD-8193EA422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E2834F-8754-72B3-EA93-7C151186D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05B065-1325-1DEB-D088-114F07ACD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03D212-94E9-DC1C-C0F7-B42EA4384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5163-526B-4A04-A50B-32DB1C5BC0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88048-F71B-8BD8-F1DC-49C47C8A2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C6DD8B-0C08-4DD4-B756-D415C402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48A54-B641-4869-A4BB-24EE5EC80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6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AF8D-6E5E-E086-14DA-5599F0C3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612DE-E9B5-A9B3-8246-C01F96F25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5163-526B-4A04-A50B-32DB1C5BC0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D41CC-1D41-E041-D768-FB8ACEC2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FB978-AB40-56EE-93FC-46B56DA89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48A54-B641-4869-A4BB-24EE5EC80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2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9F238-E8BC-D7F4-F15B-139B3DFF2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5163-526B-4A04-A50B-32DB1C5BC0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56E4EA-64F0-0CC9-894A-F57CE184D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44008-9A71-4C9D-C284-AA08F6F9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48A54-B641-4869-A4BB-24EE5EC80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54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6B0E-DA0B-3201-4D05-2225821AC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BA059-5B07-2436-9DFD-3FBE1C2FF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4E37B-745A-CC35-6EBA-F2E288A13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AD07F-36A0-EB11-C497-9A747DF3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5163-526B-4A04-A50B-32DB1C5BC0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DB810-5AD4-71EA-8279-5A44D211D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14A0D-6544-F638-D164-607B24535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48A54-B641-4869-A4BB-24EE5EC80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43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D115-F003-9C42-9BD2-7795A75F5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33993C-F096-47DE-3972-DFF986319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C4605-F3FF-0919-51ED-925CADD79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4803B-9E20-3E74-E2AF-928E8453D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5163-526B-4A04-A50B-32DB1C5BC0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2BFBC-216F-D609-B5A1-82E5B8E4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48703-AB8A-9326-18EE-7A7025435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48A54-B641-4869-A4BB-24EE5EC80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2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3B83-E852-8CDD-34F0-3862658E4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A2E09-3B99-755D-E35C-35988559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C4A15-B02E-6D01-6D41-AB437AE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5163-526B-4A04-A50B-32DB1C5BC0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BD771-7439-2B17-EAB7-4E950B8B8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2B204-04AC-B433-D776-D6573191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48A54-B641-4869-A4BB-24EE5EC80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5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B370D-9E0E-7557-B36B-C4D236B0F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E0FD0-5360-E5FD-7708-883EB5293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36E3F-F68D-5AFE-0B62-A8DB2A876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5163-526B-4A04-A50B-32DB1C5BC0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91DB8-F280-47D5-2802-4087D736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E5EF2-A333-A6E8-799D-207B621C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48A54-B641-4869-A4BB-24EE5EC80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78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0B3C0-A141-3888-9701-F86921109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B8641-C3DC-3D13-2181-3975C6E71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F7DC7-CCEA-53F8-2A2A-088A4CEF0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25163-526B-4A04-A50B-32DB1C5BC0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399F9-9692-F309-BCDC-EAB32D1AC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A2703-F165-464F-E11B-4EAE5EFF1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48A54-B641-4869-A4BB-24EE5EC80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7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dn.sparkfun.com/datasheets/Sensors/Proximity/HCSR04.pdf" TargetMode="Externa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iki.sunfounder.cc/images/8/80/MQ-2_Datasheet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ftdichip.com/wp-content/uploads/2020/07/DS_LC234X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1ED08-6937-1BCE-8D91-4713C2722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6757"/>
            <a:ext cx="9144000" cy="2387600"/>
          </a:xfrm>
        </p:spPr>
        <p:txBody>
          <a:bodyPr/>
          <a:lstStyle/>
          <a:p>
            <a:r>
              <a:rPr lang="en-US" dirty="0"/>
              <a:t>Final project – </a:t>
            </a:r>
            <a:br>
              <a:rPr lang="en-US" dirty="0"/>
            </a:br>
            <a:r>
              <a:rPr lang="en-US" dirty="0"/>
              <a:t>Home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A19A9-6B63-27B4-9337-89BB5298E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30119"/>
            <a:ext cx="9144000" cy="1655762"/>
          </a:xfrm>
        </p:spPr>
        <p:txBody>
          <a:bodyPr/>
          <a:lstStyle/>
          <a:p>
            <a:r>
              <a:rPr lang="en-US" dirty="0"/>
              <a:t>Unai Zurbano Martin - 873795621</a:t>
            </a:r>
          </a:p>
        </p:txBody>
      </p:sp>
    </p:spTree>
    <p:extLst>
      <p:ext uri="{BB962C8B-B14F-4D97-AF65-F5344CB8AC3E}">
        <p14:creationId xmlns:p14="http://schemas.microsoft.com/office/powerpoint/2010/main" val="756331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A64F-5CD5-8E39-5643-A36767A05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pic>
        <p:nvPicPr>
          <p:cNvPr id="1026" name="Picture 2" descr="Nest Thermostat | H &amp; H Heating &amp; Air Conditioning Inc">
            <a:extLst>
              <a:ext uri="{FF2B5EF4-FFF2-40B4-BE49-F238E27FC236}">
                <a16:creationId xmlns:a16="http://schemas.microsoft.com/office/drawing/2014/main" id="{D127A531-C04C-F310-BB3D-766871494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777" y="1690688"/>
            <a:ext cx="2200140" cy="22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larm Registration - City of Lenexa, KS">
            <a:extLst>
              <a:ext uri="{FF2B5EF4-FFF2-40B4-BE49-F238E27FC236}">
                <a16:creationId xmlns:a16="http://schemas.microsoft.com/office/drawing/2014/main" id="{F27FEDE2-1A26-F290-71A7-BCC9584A6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521" y="818538"/>
            <a:ext cx="3102187" cy="17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moke Alarms">
            <a:extLst>
              <a:ext uri="{FF2B5EF4-FFF2-40B4-BE49-F238E27FC236}">
                <a16:creationId xmlns:a16="http://schemas.microsoft.com/office/drawing/2014/main" id="{3B867BAB-D1EA-F701-0558-504A92DED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223" y="4325031"/>
            <a:ext cx="2299424" cy="153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ESPHome Human Presence Sensor PS01 with Adjustable Radar Sensitivity and  Detection Distance">
            <a:extLst>
              <a:ext uri="{FF2B5EF4-FFF2-40B4-BE49-F238E27FC236}">
                <a16:creationId xmlns:a16="http://schemas.microsoft.com/office/drawing/2014/main" id="{D65FE845-4EE3-52BB-7453-B1FB59D8E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880" y="4046311"/>
            <a:ext cx="2746365" cy="272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728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A64F-5CD5-8E39-5643-A36767A05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pic>
        <p:nvPicPr>
          <p:cNvPr id="1026" name="Picture 2" descr="Nest Thermostat | H &amp; H Heating &amp; Air Conditioning Inc">
            <a:extLst>
              <a:ext uri="{FF2B5EF4-FFF2-40B4-BE49-F238E27FC236}">
                <a16:creationId xmlns:a16="http://schemas.microsoft.com/office/drawing/2014/main" id="{D127A531-C04C-F310-BB3D-766871494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777" y="1690688"/>
            <a:ext cx="2200140" cy="220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larm Registration - City of Lenexa, KS">
            <a:extLst>
              <a:ext uri="{FF2B5EF4-FFF2-40B4-BE49-F238E27FC236}">
                <a16:creationId xmlns:a16="http://schemas.microsoft.com/office/drawing/2014/main" id="{F27FEDE2-1A26-F290-71A7-BCC9584A6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521" y="818538"/>
            <a:ext cx="3102187" cy="17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moke Alarms">
            <a:extLst>
              <a:ext uri="{FF2B5EF4-FFF2-40B4-BE49-F238E27FC236}">
                <a16:creationId xmlns:a16="http://schemas.microsoft.com/office/drawing/2014/main" id="{3B867BAB-D1EA-F701-0558-504A92DED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223" y="4325031"/>
            <a:ext cx="2299424" cy="153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SPHome Human Presence Sensor PS01 with Adjustable Radar Sensitivity and  Detection Distance">
            <a:extLst>
              <a:ext uri="{FF2B5EF4-FFF2-40B4-BE49-F238E27FC236}">
                <a16:creationId xmlns:a16="http://schemas.microsoft.com/office/drawing/2014/main" id="{DFF4CA83-A232-71FA-CC2F-B4D3FAF68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880" y="4046311"/>
            <a:ext cx="2746365" cy="272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E10-Lite Board - Terasic Technologies | Mouser">
            <a:extLst>
              <a:ext uri="{FF2B5EF4-FFF2-40B4-BE49-F238E27FC236}">
                <a16:creationId xmlns:a16="http://schemas.microsoft.com/office/drawing/2014/main" id="{177E05B1-E15C-26D3-04D2-CBB5D9CD2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909" y="2790758"/>
            <a:ext cx="2746365" cy="1995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9606A546-2DC9-7931-9655-DBE9DF9D2801}"/>
              </a:ext>
            </a:extLst>
          </p:cNvPr>
          <p:cNvSpPr/>
          <p:nvPr/>
        </p:nvSpPr>
        <p:spPr>
          <a:xfrm rot="830828">
            <a:off x="3827862" y="2897616"/>
            <a:ext cx="1289517" cy="5182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04BCF33-534B-3782-FE12-3748CC66ED75}"/>
              </a:ext>
            </a:extLst>
          </p:cNvPr>
          <p:cNvSpPr/>
          <p:nvPr/>
        </p:nvSpPr>
        <p:spPr>
          <a:xfrm rot="8760920">
            <a:off x="7363878" y="2730633"/>
            <a:ext cx="802791" cy="5182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A5C13B7-3A0D-E123-D5D9-59BF7E67C1B9}"/>
              </a:ext>
            </a:extLst>
          </p:cNvPr>
          <p:cNvSpPr/>
          <p:nvPr/>
        </p:nvSpPr>
        <p:spPr>
          <a:xfrm rot="13173417">
            <a:off x="7352445" y="4638964"/>
            <a:ext cx="1028035" cy="5182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D4E0CAA-96FC-1CE1-CC16-8098F6C66419}"/>
              </a:ext>
            </a:extLst>
          </p:cNvPr>
          <p:cNvSpPr/>
          <p:nvPr/>
        </p:nvSpPr>
        <p:spPr>
          <a:xfrm rot="18223821">
            <a:off x="4608869" y="4837043"/>
            <a:ext cx="1195155" cy="5182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15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70FE-FC9D-07DA-CB23-34669311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pic>
        <p:nvPicPr>
          <p:cNvPr id="4" name="Picture 2" descr="DE10-Lite Board - Terasic Technologies | Mouser">
            <a:extLst>
              <a:ext uri="{FF2B5EF4-FFF2-40B4-BE49-F238E27FC236}">
                <a16:creationId xmlns:a16="http://schemas.microsoft.com/office/drawing/2014/main" id="{A65000DE-9BB6-ED07-B442-998377550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3220" y="2153908"/>
            <a:ext cx="4778234" cy="347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Lesson 26 DS18B20 Temperature Sensor — SunFounder  SunFounder_SensorKit_for_RPi2 documentation">
            <a:extLst>
              <a:ext uri="{FF2B5EF4-FFF2-40B4-BE49-F238E27FC236}">
                <a16:creationId xmlns:a16="http://schemas.microsoft.com/office/drawing/2014/main" id="{3609095A-788A-8A34-F3C9-D0E3E65F2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70824"/>
            <a:ext cx="1546371" cy="1303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ltrasonic Sensor Module (HC-SR04) — SunFounder Ultimate Sensor Kit  documentation">
            <a:extLst>
              <a:ext uri="{FF2B5EF4-FFF2-40B4-BE49-F238E27FC236}">
                <a16:creationId xmlns:a16="http://schemas.microsoft.com/office/drawing/2014/main" id="{C9081CA5-0403-3ABF-C0D6-516BA46D5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37166"/>
            <a:ext cx="2781356" cy="162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esson 22 Gas Sensor — SunFounder SunFounder_SensorKit_for_RPi2  documentation">
            <a:extLst>
              <a:ext uri="{FF2B5EF4-FFF2-40B4-BE49-F238E27FC236}">
                <a16:creationId xmlns:a16="http://schemas.microsoft.com/office/drawing/2014/main" id="{1961A6B4-BB89-AA36-F886-50A749570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883" y="4397829"/>
            <a:ext cx="3059380" cy="186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FTDI LC234X USB to UART bridge - Debugger / Programmer for embedded MCU  Arduino | eBay UK">
            <a:extLst>
              <a:ext uri="{FF2B5EF4-FFF2-40B4-BE49-F238E27FC236}">
                <a16:creationId xmlns:a16="http://schemas.microsoft.com/office/drawing/2014/main" id="{109680F1-3043-142C-05E2-44B5E190A0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60" b="24434"/>
          <a:stretch/>
        </p:blipFill>
        <p:spPr bwMode="auto">
          <a:xfrm>
            <a:off x="8562703" y="1107680"/>
            <a:ext cx="2856411" cy="162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1602A Blue LCD Display Module LED 1602 Backlight 5V For Arduino B-ca | eBay">
            <a:extLst>
              <a:ext uri="{FF2B5EF4-FFF2-40B4-BE49-F238E27FC236}">
                <a16:creationId xmlns:a16="http://schemas.microsoft.com/office/drawing/2014/main" id="{51BB0CE8-250C-FD75-7697-95F31244D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781" y="1378317"/>
            <a:ext cx="1885033" cy="18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87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AD6A-BE41-0988-A65F-88FF937C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HC-SR04</a:t>
            </a:r>
          </a:p>
        </p:txBody>
      </p:sp>
      <p:pic>
        <p:nvPicPr>
          <p:cNvPr id="4" name="Picture 4" descr="Ultrasonic Sensor Module (HC-SR04) — SunFounder Ultimate Sensor Kit  documentation">
            <a:extLst>
              <a:ext uri="{FF2B5EF4-FFF2-40B4-BE49-F238E27FC236}">
                <a16:creationId xmlns:a16="http://schemas.microsoft.com/office/drawing/2014/main" id="{C79C6BEA-2657-4E2C-6DE4-5060F7C3D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10" y="1902433"/>
            <a:ext cx="2781356" cy="162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8B6BB8-D65E-C25E-6E00-F1041F54D67D}"/>
              </a:ext>
            </a:extLst>
          </p:cNvPr>
          <p:cNvSpPr txBox="1"/>
          <p:nvPr/>
        </p:nvSpPr>
        <p:spPr>
          <a:xfrm>
            <a:off x="6448338" y="886770"/>
            <a:ext cx="467442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VCC: 5V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Trigger: Input trigger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Echo: Output measurement (Voltage divider)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GND: </a:t>
            </a:r>
            <a:r>
              <a:rPr lang="en-US" dirty="0" err="1"/>
              <a:t>Gnd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43C14-D7AD-5C94-2784-CB8DE370D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69" y="3792782"/>
            <a:ext cx="5534797" cy="2133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B2EC7D-A40B-AEAC-044A-21052A373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909" y="3439740"/>
            <a:ext cx="5948786" cy="25893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B1F600-F775-233C-472F-DD85B0C5EB4F}"/>
              </a:ext>
            </a:extLst>
          </p:cNvPr>
          <p:cNvSpPr txBox="1"/>
          <p:nvPr/>
        </p:nvSpPr>
        <p:spPr>
          <a:xfrm>
            <a:off x="8011486" y="5926680"/>
            <a:ext cx="223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uS</a:t>
            </a:r>
            <a:r>
              <a:rPr lang="en-US" dirty="0"/>
              <a:t> / 58 = centimeters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17F77-5BD1-D530-CD10-DE1D8A0721C3}"/>
              </a:ext>
            </a:extLst>
          </p:cNvPr>
          <p:cNvSpPr txBox="1"/>
          <p:nvPr/>
        </p:nvSpPr>
        <p:spPr>
          <a:xfrm>
            <a:off x="9128042" y="3749196"/>
            <a:ext cx="58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60ms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3064A0-F2BE-E128-3932-6A58893EFECF}"/>
              </a:ext>
            </a:extLst>
          </p:cNvPr>
          <p:cNvCxnSpPr/>
          <p:nvPr/>
        </p:nvCxnSpPr>
        <p:spPr>
          <a:xfrm>
            <a:off x="8011486" y="3989861"/>
            <a:ext cx="28187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024DF4-6B33-4629-79A5-FF28CE0E4ECC}"/>
              </a:ext>
            </a:extLst>
          </p:cNvPr>
          <p:cNvSpPr txBox="1"/>
          <p:nvPr/>
        </p:nvSpPr>
        <p:spPr>
          <a:xfrm>
            <a:off x="810643" y="6111346"/>
            <a:ext cx="1258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hlinkClick r:id="rId5"/>
              </a:rPr>
              <a:t>datasheet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44546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AD6A-BE41-0988-A65F-88FF937C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MQ-2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B6BB8-D65E-C25E-6E00-F1041F54D67D}"/>
              </a:ext>
            </a:extLst>
          </p:cNvPr>
          <p:cNvSpPr txBox="1"/>
          <p:nvPr/>
        </p:nvSpPr>
        <p:spPr>
          <a:xfrm>
            <a:off x="6106141" y="2413337"/>
            <a:ext cx="55962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D0: Digital output (Detection when 0) (Voltage divider)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A0: Analog output Interface (ADC module required)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VCC: 5V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GND: </a:t>
            </a:r>
            <a:r>
              <a:rPr lang="en-US" dirty="0" err="1"/>
              <a:t>Gnd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024DF4-6B33-4629-79A5-FF28CE0E4ECC}"/>
              </a:ext>
            </a:extLst>
          </p:cNvPr>
          <p:cNvSpPr txBox="1"/>
          <p:nvPr/>
        </p:nvSpPr>
        <p:spPr>
          <a:xfrm>
            <a:off x="810643" y="6111346"/>
            <a:ext cx="1258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hlinkClick r:id="rId2"/>
              </a:rPr>
              <a:t>datasheet</a:t>
            </a:r>
            <a:r>
              <a:rPr lang="en-US" dirty="0"/>
              <a:t>)</a:t>
            </a:r>
          </a:p>
        </p:txBody>
      </p:sp>
      <p:pic>
        <p:nvPicPr>
          <p:cNvPr id="3" name="Picture 6" descr="Lesson 22 Gas Sensor — SunFounder SunFounder_SensorKit_for_RPi2  documentation">
            <a:extLst>
              <a:ext uri="{FF2B5EF4-FFF2-40B4-BE49-F238E27FC236}">
                <a16:creationId xmlns:a16="http://schemas.microsoft.com/office/drawing/2014/main" id="{2051BBEA-CAB6-676E-572B-3B6B4B4F1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277" y="1561964"/>
            <a:ext cx="3059380" cy="186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074C33-CDDA-2BAF-BD9C-6E7ED9A82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10" y="3989861"/>
            <a:ext cx="4745714" cy="12174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5E983A8-671F-DFD7-699B-6BA821444E75}"/>
              </a:ext>
            </a:extLst>
          </p:cNvPr>
          <p:cNvSpPr txBox="1"/>
          <p:nvPr/>
        </p:nvSpPr>
        <p:spPr>
          <a:xfrm>
            <a:off x="5241570" y="709753"/>
            <a:ext cx="5013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Potentiometer to adjust trigger digital output signal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7FEBBB7C-E69B-1032-D5D6-BB9A0DCFB86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60567" y="906087"/>
            <a:ext cx="2585260" cy="744624"/>
          </a:xfrm>
          <a:prstGeom prst="curvedConnector3">
            <a:avLst>
              <a:gd name="adj1" fmla="val 10144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755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AD6A-BE41-0988-A65F-88FF937C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LC234X (UART interface)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B6BB8-D65E-C25E-6E00-F1041F54D67D}"/>
              </a:ext>
            </a:extLst>
          </p:cNvPr>
          <p:cNvSpPr txBox="1"/>
          <p:nvPr/>
        </p:nvSpPr>
        <p:spPr>
          <a:xfrm>
            <a:off x="6371635" y="1842597"/>
            <a:ext cx="42367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Tx: Transmit Asynchronous Data Output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Rx: Receiving Asynchronous Data Input 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GND: </a:t>
            </a:r>
            <a:r>
              <a:rPr lang="en-US" dirty="0" err="1"/>
              <a:t>Gnd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024DF4-6B33-4629-79A5-FF28CE0E4ECC}"/>
              </a:ext>
            </a:extLst>
          </p:cNvPr>
          <p:cNvSpPr txBox="1"/>
          <p:nvPr/>
        </p:nvSpPr>
        <p:spPr>
          <a:xfrm>
            <a:off x="810643" y="6111346"/>
            <a:ext cx="1258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hlinkClick r:id="rId2"/>
              </a:rPr>
              <a:t>datasheet</a:t>
            </a:r>
            <a:r>
              <a:rPr lang="en-US" dirty="0"/>
              <a:t>)</a:t>
            </a:r>
          </a:p>
        </p:txBody>
      </p:sp>
      <p:pic>
        <p:nvPicPr>
          <p:cNvPr id="3" name="Picture 8" descr="FTDI LC234X USB to UART bridge - Debugger / Programmer for embedded MCU  Arduino | eBay UK">
            <a:extLst>
              <a:ext uri="{FF2B5EF4-FFF2-40B4-BE49-F238E27FC236}">
                <a16:creationId xmlns:a16="http://schemas.microsoft.com/office/drawing/2014/main" id="{DAF50AAE-C287-5404-7C32-0D36AFB256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60" b="24434"/>
          <a:stretch/>
        </p:blipFill>
        <p:spPr bwMode="auto">
          <a:xfrm>
            <a:off x="1440110" y="1690688"/>
            <a:ext cx="2856411" cy="162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CA0C0B-C841-6CE5-1583-38F447602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0854" y="4112368"/>
            <a:ext cx="6183478" cy="155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46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70FE-FC9D-07DA-CB23-34669311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pic>
        <p:nvPicPr>
          <p:cNvPr id="4" name="Picture 2" descr="DE10-Lite Board - Terasic Technologies | Mouser">
            <a:extLst>
              <a:ext uri="{FF2B5EF4-FFF2-40B4-BE49-F238E27FC236}">
                <a16:creationId xmlns:a16="http://schemas.microsoft.com/office/drawing/2014/main" id="{A65000DE-9BB6-ED07-B442-998377550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3220" y="2153908"/>
            <a:ext cx="4778234" cy="347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Lesson 26 DS18B20 Temperature Sensor — SunFounder  SunFounder_SensorKit_for_RPi2 documentation">
            <a:extLst>
              <a:ext uri="{FF2B5EF4-FFF2-40B4-BE49-F238E27FC236}">
                <a16:creationId xmlns:a16="http://schemas.microsoft.com/office/drawing/2014/main" id="{3609095A-788A-8A34-F3C9-D0E3E65F2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70824"/>
            <a:ext cx="1546371" cy="1303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ltrasonic Sensor Module (HC-SR04) — SunFounder Ultimate Sensor Kit  documentation">
            <a:extLst>
              <a:ext uri="{FF2B5EF4-FFF2-40B4-BE49-F238E27FC236}">
                <a16:creationId xmlns:a16="http://schemas.microsoft.com/office/drawing/2014/main" id="{C9081CA5-0403-3ABF-C0D6-516BA46D5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37166"/>
            <a:ext cx="2781356" cy="162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esson 22 Gas Sensor — SunFounder SunFounder_SensorKit_for_RPi2  documentation">
            <a:extLst>
              <a:ext uri="{FF2B5EF4-FFF2-40B4-BE49-F238E27FC236}">
                <a16:creationId xmlns:a16="http://schemas.microsoft.com/office/drawing/2014/main" id="{1961A6B4-BB89-AA36-F886-50A749570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883" y="4397829"/>
            <a:ext cx="3059380" cy="186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FTDI LC234X USB to UART bridge - Debugger / Programmer for embedded MCU  Arduino | eBay UK">
            <a:extLst>
              <a:ext uri="{FF2B5EF4-FFF2-40B4-BE49-F238E27FC236}">
                <a16:creationId xmlns:a16="http://schemas.microsoft.com/office/drawing/2014/main" id="{109680F1-3043-142C-05E2-44B5E190A0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60" b="24434"/>
          <a:stretch/>
        </p:blipFill>
        <p:spPr bwMode="auto">
          <a:xfrm>
            <a:off x="8562703" y="1107680"/>
            <a:ext cx="2856411" cy="162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1602A Blue LCD Display Module LED 1602 Backlight 5V For Arduino B-ca | eBay">
            <a:extLst>
              <a:ext uri="{FF2B5EF4-FFF2-40B4-BE49-F238E27FC236}">
                <a16:creationId xmlns:a16="http://schemas.microsoft.com/office/drawing/2014/main" id="{51BB0CE8-250C-FD75-7697-95F31244D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781" y="1378317"/>
            <a:ext cx="1885033" cy="18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3029D7D6-6E2C-2E08-4438-4435E6E27822}"/>
              </a:ext>
            </a:extLst>
          </p:cNvPr>
          <p:cNvSpPr/>
          <p:nvPr/>
        </p:nvSpPr>
        <p:spPr>
          <a:xfrm>
            <a:off x="1317240" y="1514786"/>
            <a:ext cx="2668385" cy="2569029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74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8B4506-9D81-9E89-3CAE-7189B3240976}"/>
              </a:ext>
            </a:extLst>
          </p:cNvPr>
          <p:cNvSpPr/>
          <p:nvPr/>
        </p:nvSpPr>
        <p:spPr>
          <a:xfrm>
            <a:off x="5824757" y="2989120"/>
            <a:ext cx="933982" cy="894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FSM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95BCAD-50EF-2D8D-DE65-2FA06EDDB980}"/>
              </a:ext>
            </a:extLst>
          </p:cNvPr>
          <p:cNvCxnSpPr>
            <a:cxnSpLocks/>
          </p:cNvCxnSpPr>
          <p:nvPr/>
        </p:nvCxnSpPr>
        <p:spPr>
          <a:xfrm>
            <a:off x="5997035" y="2752073"/>
            <a:ext cx="0" cy="2446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CF6D3D-804F-B125-D91C-FBFAB6C750DF}"/>
              </a:ext>
            </a:extLst>
          </p:cNvPr>
          <p:cNvCxnSpPr>
            <a:cxnSpLocks/>
          </p:cNvCxnSpPr>
          <p:nvPr/>
        </p:nvCxnSpPr>
        <p:spPr>
          <a:xfrm flipH="1">
            <a:off x="5619761" y="3587625"/>
            <a:ext cx="2529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119123-CE69-9453-3192-98A3905A5285}"/>
              </a:ext>
            </a:extLst>
          </p:cNvPr>
          <p:cNvCxnSpPr>
            <a:cxnSpLocks/>
          </p:cNvCxnSpPr>
          <p:nvPr/>
        </p:nvCxnSpPr>
        <p:spPr>
          <a:xfrm flipH="1">
            <a:off x="5619761" y="3742580"/>
            <a:ext cx="2529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88869FB-0B23-79D0-7BC3-435F899A8E9F}"/>
              </a:ext>
            </a:extLst>
          </p:cNvPr>
          <p:cNvSpPr txBox="1"/>
          <p:nvPr/>
        </p:nvSpPr>
        <p:spPr>
          <a:xfrm>
            <a:off x="5191586" y="3616846"/>
            <a:ext cx="5788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Rst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E79A33-E004-473E-7A92-96E4DC4A3D9D}"/>
              </a:ext>
            </a:extLst>
          </p:cNvPr>
          <p:cNvSpPr txBox="1"/>
          <p:nvPr/>
        </p:nvSpPr>
        <p:spPr>
          <a:xfrm>
            <a:off x="5199814" y="3418348"/>
            <a:ext cx="6366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Clk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422DD-A0C4-A267-315C-6E2076259E58}"/>
              </a:ext>
            </a:extLst>
          </p:cNvPr>
          <p:cNvSpPr txBox="1"/>
          <p:nvPr/>
        </p:nvSpPr>
        <p:spPr>
          <a:xfrm>
            <a:off x="5497566" y="2382329"/>
            <a:ext cx="1281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 ready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06C87F-CA1F-9578-9E0A-29700F71DDB1}"/>
              </a:ext>
            </a:extLst>
          </p:cNvPr>
          <p:cNvCxnSpPr>
            <a:cxnSpLocks/>
          </p:cNvCxnSpPr>
          <p:nvPr/>
        </p:nvCxnSpPr>
        <p:spPr>
          <a:xfrm flipH="1" flipV="1">
            <a:off x="2725898" y="4558440"/>
            <a:ext cx="6046953" cy="143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AB84EC1-6ABB-D59B-30A6-1848F82A001B}"/>
              </a:ext>
            </a:extLst>
          </p:cNvPr>
          <p:cNvSpPr txBox="1"/>
          <p:nvPr/>
        </p:nvSpPr>
        <p:spPr>
          <a:xfrm>
            <a:off x="5803480" y="4247867"/>
            <a:ext cx="820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States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437395-E6A4-E86A-501C-6E17CC4D92EE}"/>
              </a:ext>
            </a:extLst>
          </p:cNvPr>
          <p:cNvSpPr/>
          <p:nvPr/>
        </p:nvSpPr>
        <p:spPr>
          <a:xfrm>
            <a:off x="8702446" y="4201221"/>
            <a:ext cx="2116194" cy="948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Display Controller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CC5745-10D6-4547-5903-6FBCD38509D8}"/>
              </a:ext>
            </a:extLst>
          </p:cNvPr>
          <p:cNvCxnSpPr>
            <a:cxnSpLocks/>
          </p:cNvCxnSpPr>
          <p:nvPr/>
        </p:nvCxnSpPr>
        <p:spPr>
          <a:xfrm flipH="1">
            <a:off x="10739038" y="4246547"/>
            <a:ext cx="2529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5BEF925-43C2-2BDB-091B-08C8075A7F83}"/>
              </a:ext>
            </a:extLst>
          </p:cNvPr>
          <p:cNvSpPr txBox="1"/>
          <p:nvPr/>
        </p:nvSpPr>
        <p:spPr>
          <a:xfrm>
            <a:off x="10991942" y="4065896"/>
            <a:ext cx="635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HEX0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8A2893C-336B-C9E9-D2F2-C9E92CE891B4}"/>
              </a:ext>
            </a:extLst>
          </p:cNvPr>
          <p:cNvCxnSpPr>
            <a:cxnSpLocks/>
          </p:cNvCxnSpPr>
          <p:nvPr/>
        </p:nvCxnSpPr>
        <p:spPr>
          <a:xfrm flipH="1">
            <a:off x="10740114" y="4412041"/>
            <a:ext cx="2529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89DAAD6-7F08-3201-A871-8FB947AE7CF3}"/>
              </a:ext>
            </a:extLst>
          </p:cNvPr>
          <p:cNvSpPr txBox="1"/>
          <p:nvPr/>
        </p:nvSpPr>
        <p:spPr>
          <a:xfrm>
            <a:off x="10999632" y="4241470"/>
            <a:ext cx="7158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HEX1</a:t>
            </a:r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8532C6-5AAB-E0FA-9EA1-E19F35898ED7}"/>
              </a:ext>
            </a:extLst>
          </p:cNvPr>
          <p:cNvCxnSpPr>
            <a:cxnSpLocks/>
          </p:cNvCxnSpPr>
          <p:nvPr/>
        </p:nvCxnSpPr>
        <p:spPr>
          <a:xfrm flipH="1">
            <a:off x="10739038" y="4580024"/>
            <a:ext cx="2529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606FE0D-8553-523C-ED73-D9ADAC03BA2F}"/>
              </a:ext>
            </a:extLst>
          </p:cNvPr>
          <p:cNvSpPr txBox="1"/>
          <p:nvPr/>
        </p:nvSpPr>
        <p:spPr>
          <a:xfrm>
            <a:off x="10991942" y="4417144"/>
            <a:ext cx="635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HEX2</a:t>
            </a:r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E60DB45-7AAF-CB4B-9918-B7F1348F1378}"/>
              </a:ext>
            </a:extLst>
          </p:cNvPr>
          <p:cNvCxnSpPr>
            <a:cxnSpLocks/>
          </p:cNvCxnSpPr>
          <p:nvPr/>
        </p:nvCxnSpPr>
        <p:spPr>
          <a:xfrm flipH="1">
            <a:off x="10739576" y="4752272"/>
            <a:ext cx="2529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58482A4-DCE1-584B-5093-B89A16AE2744}"/>
              </a:ext>
            </a:extLst>
          </p:cNvPr>
          <p:cNvSpPr txBox="1"/>
          <p:nvPr/>
        </p:nvSpPr>
        <p:spPr>
          <a:xfrm>
            <a:off x="10992479" y="4572771"/>
            <a:ext cx="635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HEX3</a:t>
            </a:r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2EEF3CA-F5A6-ADDE-4542-9547CFFA23E5}"/>
              </a:ext>
            </a:extLst>
          </p:cNvPr>
          <p:cNvCxnSpPr>
            <a:cxnSpLocks/>
          </p:cNvCxnSpPr>
          <p:nvPr/>
        </p:nvCxnSpPr>
        <p:spPr>
          <a:xfrm flipH="1">
            <a:off x="10739038" y="4926627"/>
            <a:ext cx="2529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32C36FA-B5FB-26A3-9E9B-B694816F3F88}"/>
              </a:ext>
            </a:extLst>
          </p:cNvPr>
          <p:cNvSpPr txBox="1"/>
          <p:nvPr/>
        </p:nvSpPr>
        <p:spPr>
          <a:xfrm>
            <a:off x="10998557" y="4722804"/>
            <a:ext cx="7158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HEX4</a:t>
            </a:r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B0DBFFA-E559-91A2-5BB2-278C94BCA9E2}"/>
              </a:ext>
            </a:extLst>
          </p:cNvPr>
          <p:cNvSpPr/>
          <p:nvPr/>
        </p:nvSpPr>
        <p:spPr>
          <a:xfrm>
            <a:off x="638779" y="1908681"/>
            <a:ext cx="1230591" cy="894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UART</a:t>
            </a:r>
            <a:br>
              <a:rPr lang="en-US" dirty="0"/>
            </a:br>
            <a:r>
              <a:rPr lang="en-US" dirty="0"/>
              <a:t>Device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DEFB3E1-A1AD-2FA0-58B9-1CE5361CCA14}"/>
              </a:ext>
            </a:extLst>
          </p:cNvPr>
          <p:cNvSpPr/>
          <p:nvPr/>
        </p:nvSpPr>
        <p:spPr>
          <a:xfrm>
            <a:off x="529986" y="2169647"/>
            <a:ext cx="217586" cy="372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130E5E-D301-C4FA-0E9B-553306083AEA}"/>
              </a:ext>
            </a:extLst>
          </p:cNvPr>
          <p:cNvSpPr txBox="1"/>
          <p:nvPr/>
        </p:nvSpPr>
        <p:spPr>
          <a:xfrm>
            <a:off x="-1805" y="2186733"/>
            <a:ext cx="1281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USB</a:t>
            </a:r>
            <a:endParaRPr lang="en-US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0570EC5-8EC6-6F8D-970C-D386B9B0F10E}"/>
              </a:ext>
            </a:extLst>
          </p:cNvPr>
          <p:cNvCxnSpPr>
            <a:cxnSpLocks/>
          </p:cNvCxnSpPr>
          <p:nvPr/>
        </p:nvCxnSpPr>
        <p:spPr>
          <a:xfrm flipH="1">
            <a:off x="1869370" y="2169647"/>
            <a:ext cx="114693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515EEDA-83B8-A1BE-4DEC-436A260343BC}"/>
              </a:ext>
            </a:extLst>
          </p:cNvPr>
          <p:cNvCxnSpPr>
            <a:cxnSpLocks/>
          </p:cNvCxnSpPr>
          <p:nvPr/>
        </p:nvCxnSpPr>
        <p:spPr>
          <a:xfrm>
            <a:off x="2997895" y="1124961"/>
            <a:ext cx="0" cy="10617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66210A9-E613-0DA9-630C-7BF12CACCDB6}"/>
              </a:ext>
            </a:extLst>
          </p:cNvPr>
          <p:cNvSpPr/>
          <p:nvPr/>
        </p:nvSpPr>
        <p:spPr>
          <a:xfrm>
            <a:off x="3229579" y="677631"/>
            <a:ext cx="1230591" cy="894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UART</a:t>
            </a:r>
            <a:br>
              <a:rPr lang="en-US" dirty="0"/>
            </a:br>
            <a:r>
              <a:rPr lang="en-US" dirty="0"/>
              <a:t>Rx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9D8CBD8-2B3B-42B3-B08D-558CF30A3526}"/>
              </a:ext>
            </a:extLst>
          </p:cNvPr>
          <p:cNvCxnSpPr>
            <a:cxnSpLocks/>
          </p:cNvCxnSpPr>
          <p:nvPr/>
        </p:nvCxnSpPr>
        <p:spPr>
          <a:xfrm flipH="1">
            <a:off x="2997895" y="1124961"/>
            <a:ext cx="2529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B58989C5-D007-E3DF-9A05-5DB2D06CF9A4}"/>
              </a:ext>
            </a:extLst>
          </p:cNvPr>
          <p:cNvSpPr/>
          <p:nvPr/>
        </p:nvSpPr>
        <p:spPr>
          <a:xfrm>
            <a:off x="3276138" y="2471842"/>
            <a:ext cx="1230591" cy="894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UART</a:t>
            </a:r>
            <a:br>
              <a:rPr lang="en-US" dirty="0"/>
            </a:br>
            <a:r>
              <a:rPr lang="en-US" dirty="0"/>
              <a:t>Rx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6969D07-CA1E-27E5-5C5D-A6E6DDE5B870}"/>
              </a:ext>
            </a:extLst>
          </p:cNvPr>
          <p:cNvCxnSpPr>
            <a:cxnSpLocks/>
          </p:cNvCxnSpPr>
          <p:nvPr/>
        </p:nvCxnSpPr>
        <p:spPr>
          <a:xfrm flipH="1">
            <a:off x="1850957" y="2612639"/>
            <a:ext cx="15155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5D0C622-67AC-DB82-024B-3CE9807E1719}"/>
              </a:ext>
            </a:extLst>
          </p:cNvPr>
          <p:cNvSpPr txBox="1"/>
          <p:nvPr/>
        </p:nvSpPr>
        <p:spPr>
          <a:xfrm>
            <a:off x="2085315" y="1834266"/>
            <a:ext cx="1281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GPIO[35]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FF9D4B4-5454-9EE2-CEA5-4E8B70D31F7C}"/>
              </a:ext>
            </a:extLst>
          </p:cNvPr>
          <p:cNvSpPr txBox="1"/>
          <p:nvPr/>
        </p:nvSpPr>
        <p:spPr>
          <a:xfrm>
            <a:off x="2092455" y="2621247"/>
            <a:ext cx="1281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GPIO[33]</a:t>
            </a:r>
            <a:endParaRPr lang="en-US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5A0E1ED-6E01-B61F-DA59-C9CFCB4E1A28}"/>
              </a:ext>
            </a:extLst>
          </p:cNvPr>
          <p:cNvCxnSpPr>
            <a:cxnSpLocks/>
          </p:cNvCxnSpPr>
          <p:nvPr/>
        </p:nvCxnSpPr>
        <p:spPr>
          <a:xfrm>
            <a:off x="4163857" y="446846"/>
            <a:ext cx="0" cy="2446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4216B76-5BC2-D66E-964B-543686FACDA9}"/>
              </a:ext>
            </a:extLst>
          </p:cNvPr>
          <p:cNvSpPr txBox="1"/>
          <p:nvPr/>
        </p:nvSpPr>
        <p:spPr>
          <a:xfrm>
            <a:off x="3664388" y="77102"/>
            <a:ext cx="1281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 ready</a:t>
            </a:r>
            <a:endParaRPr lang="en-US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DEB112D-4B05-110F-DDD1-06A39C6B4E92}"/>
              </a:ext>
            </a:extLst>
          </p:cNvPr>
          <p:cNvCxnSpPr>
            <a:cxnSpLocks/>
          </p:cNvCxnSpPr>
          <p:nvPr/>
        </p:nvCxnSpPr>
        <p:spPr>
          <a:xfrm flipH="1" flipV="1">
            <a:off x="4460170" y="1120776"/>
            <a:ext cx="821057" cy="41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4ED938C-93C7-C685-CA6B-9FF8833198E3}"/>
              </a:ext>
            </a:extLst>
          </p:cNvPr>
          <p:cNvCxnSpPr>
            <a:cxnSpLocks/>
          </p:cNvCxnSpPr>
          <p:nvPr/>
        </p:nvCxnSpPr>
        <p:spPr>
          <a:xfrm>
            <a:off x="5281227" y="1114103"/>
            <a:ext cx="0" cy="210574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97365B5-B5F9-251B-5229-B9013B4096D7}"/>
              </a:ext>
            </a:extLst>
          </p:cNvPr>
          <p:cNvCxnSpPr>
            <a:cxnSpLocks/>
          </p:cNvCxnSpPr>
          <p:nvPr/>
        </p:nvCxnSpPr>
        <p:spPr>
          <a:xfrm flipH="1">
            <a:off x="3568076" y="3236320"/>
            <a:ext cx="230458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9C892B70-941D-BD99-2937-53D8434E1062}"/>
              </a:ext>
            </a:extLst>
          </p:cNvPr>
          <p:cNvSpPr txBox="1"/>
          <p:nvPr/>
        </p:nvSpPr>
        <p:spPr>
          <a:xfrm>
            <a:off x="4393055" y="1728078"/>
            <a:ext cx="1281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RxD Data</a:t>
            </a:r>
            <a:endParaRPr lang="en-US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A38489C-C086-3D33-7224-15DBB14D0E88}"/>
              </a:ext>
            </a:extLst>
          </p:cNvPr>
          <p:cNvCxnSpPr>
            <a:cxnSpLocks/>
          </p:cNvCxnSpPr>
          <p:nvPr/>
        </p:nvCxnSpPr>
        <p:spPr>
          <a:xfrm flipH="1">
            <a:off x="6709825" y="3856839"/>
            <a:ext cx="4498" cy="7295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28AE419-38AC-4FD2-F754-0A78937A654B}"/>
              </a:ext>
            </a:extLst>
          </p:cNvPr>
          <p:cNvCxnSpPr>
            <a:cxnSpLocks/>
          </p:cNvCxnSpPr>
          <p:nvPr/>
        </p:nvCxnSpPr>
        <p:spPr>
          <a:xfrm flipH="1">
            <a:off x="10733497" y="5120592"/>
            <a:ext cx="2529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C5CD318-E128-4A25-13EA-15551559ADC5}"/>
              </a:ext>
            </a:extLst>
          </p:cNvPr>
          <p:cNvSpPr txBox="1"/>
          <p:nvPr/>
        </p:nvSpPr>
        <p:spPr>
          <a:xfrm>
            <a:off x="10993016" y="4916769"/>
            <a:ext cx="7158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HEX5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AB5652-5CDA-ACA3-C9FB-ED36DE31BA30}"/>
              </a:ext>
            </a:extLst>
          </p:cNvPr>
          <p:cNvSpPr/>
          <p:nvPr/>
        </p:nvSpPr>
        <p:spPr>
          <a:xfrm>
            <a:off x="1248238" y="4358492"/>
            <a:ext cx="1477660" cy="7015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Light control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28A7CB-AF77-8E6F-172D-FD04C74C74AD}"/>
              </a:ext>
            </a:extLst>
          </p:cNvPr>
          <p:cNvSpPr/>
          <p:nvPr/>
        </p:nvSpPr>
        <p:spPr>
          <a:xfrm>
            <a:off x="5484070" y="5747370"/>
            <a:ext cx="1477660" cy="7015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Fire Alarm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B4709E1-A11C-3524-E308-75980027D18E}"/>
              </a:ext>
            </a:extLst>
          </p:cNvPr>
          <p:cNvCxnSpPr>
            <a:cxnSpLocks/>
          </p:cNvCxnSpPr>
          <p:nvPr/>
        </p:nvCxnSpPr>
        <p:spPr>
          <a:xfrm>
            <a:off x="6709825" y="4572771"/>
            <a:ext cx="0" cy="150591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9C86939-5F59-20F6-3713-7E9B793C540F}"/>
              </a:ext>
            </a:extLst>
          </p:cNvPr>
          <p:cNvCxnSpPr>
            <a:cxnSpLocks/>
          </p:cNvCxnSpPr>
          <p:nvPr/>
        </p:nvCxnSpPr>
        <p:spPr>
          <a:xfrm>
            <a:off x="1453609" y="4195185"/>
            <a:ext cx="0" cy="2446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0B5965C-153E-FAA5-C604-61C80CEB5865}"/>
              </a:ext>
            </a:extLst>
          </p:cNvPr>
          <p:cNvSpPr txBox="1"/>
          <p:nvPr/>
        </p:nvSpPr>
        <p:spPr>
          <a:xfrm>
            <a:off x="954140" y="3825441"/>
            <a:ext cx="1281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Ultrasonic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3BB0CF8-C834-B390-57F5-BBC4ABFED71A}"/>
              </a:ext>
            </a:extLst>
          </p:cNvPr>
          <p:cNvSpPr/>
          <p:nvPr/>
        </p:nvSpPr>
        <p:spPr>
          <a:xfrm>
            <a:off x="9021713" y="3123870"/>
            <a:ext cx="1477660" cy="7015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Security control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0983633-7BC1-9EA9-B725-3D2DFA6AA72E}"/>
              </a:ext>
            </a:extLst>
          </p:cNvPr>
          <p:cNvCxnSpPr>
            <a:cxnSpLocks/>
          </p:cNvCxnSpPr>
          <p:nvPr/>
        </p:nvCxnSpPr>
        <p:spPr>
          <a:xfrm flipH="1">
            <a:off x="6714323" y="3994718"/>
            <a:ext cx="294247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F451411-6E5F-CC63-5E07-7ADC84C5D5C7}"/>
              </a:ext>
            </a:extLst>
          </p:cNvPr>
          <p:cNvCxnSpPr>
            <a:cxnSpLocks/>
          </p:cNvCxnSpPr>
          <p:nvPr/>
        </p:nvCxnSpPr>
        <p:spPr>
          <a:xfrm>
            <a:off x="9669399" y="3756902"/>
            <a:ext cx="0" cy="2446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45C419C-60CB-3C69-A913-D6B37F3A980E}"/>
              </a:ext>
            </a:extLst>
          </p:cNvPr>
          <p:cNvCxnSpPr>
            <a:cxnSpLocks/>
          </p:cNvCxnSpPr>
          <p:nvPr/>
        </p:nvCxnSpPr>
        <p:spPr>
          <a:xfrm>
            <a:off x="9273266" y="2972848"/>
            <a:ext cx="0" cy="2446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A77F879-3399-EF6F-DF6A-F274C0A2CBC4}"/>
              </a:ext>
            </a:extLst>
          </p:cNvPr>
          <p:cNvSpPr txBox="1"/>
          <p:nvPr/>
        </p:nvSpPr>
        <p:spPr>
          <a:xfrm>
            <a:off x="8773797" y="2603104"/>
            <a:ext cx="1281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Ultrasonic</a:t>
            </a:r>
            <a:endParaRPr lang="en-US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BFF3AC9-0CF2-81F3-96B5-F28B0DC29DD5}"/>
              </a:ext>
            </a:extLst>
          </p:cNvPr>
          <p:cNvCxnSpPr>
            <a:cxnSpLocks/>
          </p:cNvCxnSpPr>
          <p:nvPr/>
        </p:nvCxnSpPr>
        <p:spPr>
          <a:xfrm>
            <a:off x="5622919" y="5591594"/>
            <a:ext cx="0" cy="2446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0190F31-7B7C-73FA-7C8B-D6F34EF10A4F}"/>
              </a:ext>
            </a:extLst>
          </p:cNvPr>
          <p:cNvSpPr txBox="1"/>
          <p:nvPr/>
        </p:nvSpPr>
        <p:spPr>
          <a:xfrm>
            <a:off x="5123450" y="5221850"/>
            <a:ext cx="1429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Smoke sensor</a:t>
            </a:r>
            <a:endParaRPr lang="en-US" dirty="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451E7EF-35D6-638D-67AA-833E8CF8AD15}"/>
              </a:ext>
            </a:extLst>
          </p:cNvPr>
          <p:cNvCxnSpPr>
            <a:cxnSpLocks/>
          </p:cNvCxnSpPr>
          <p:nvPr/>
        </p:nvCxnSpPr>
        <p:spPr>
          <a:xfrm>
            <a:off x="10728124" y="5118142"/>
            <a:ext cx="0" cy="2446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49AC504-A264-0E1A-F39F-682E5E80AD19}"/>
              </a:ext>
            </a:extLst>
          </p:cNvPr>
          <p:cNvSpPr txBox="1"/>
          <p:nvPr/>
        </p:nvSpPr>
        <p:spPr>
          <a:xfrm>
            <a:off x="10438842" y="5387522"/>
            <a:ext cx="7158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LEDR</a:t>
            </a:r>
            <a:endParaRPr lang="en-US" dirty="0"/>
          </a:p>
        </p:txBody>
      </p:sp>
      <p:sp>
        <p:nvSpPr>
          <p:cNvPr id="106" name="Cloud 105">
            <a:extLst>
              <a:ext uri="{FF2B5EF4-FFF2-40B4-BE49-F238E27FC236}">
                <a16:creationId xmlns:a16="http://schemas.microsoft.com/office/drawing/2014/main" id="{5AE74B78-88EB-0043-558A-CBB3E2B49EC5}"/>
              </a:ext>
            </a:extLst>
          </p:cNvPr>
          <p:cNvSpPr/>
          <p:nvPr/>
        </p:nvSpPr>
        <p:spPr>
          <a:xfrm>
            <a:off x="5855968" y="199608"/>
            <a:ext cx="1576878" cy="105324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Counter 3s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0745FE5-61D8-8C3A-0347-9EFA886E4045}"/>
              </a:ext>
            </a:extLst>
          </p:cNvPr>
          <p:cNvCxnSpPr>
            <a:cxnSpLocks/>
          </p:cNvCxnSpPr>
          <p:nvPr/>
        </p:nvCxnSpPr>
        <p:spPr>
          <a:xfrm>
            <a:off x="6544619" y="1069845"/>
            <a:ext cx="0" cy="20540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E9B3E84F-E9AE-85F1-C1D7-F61210B0F36C}"/>
              </a:ext>
            </a:extLst>
          </p:cNvPr>
          <p:cNvSpPr txBox="1"/>
          <p:nvPr/>
        </p:nvSpPr>
        <p:spPr>
          <a:xfrm>
            <a:off x="5519025" y="1360303"/>
            <a:ext cx="1125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Count start</a:t>
            </a:r>
            <a:endParaRPr lang="en-US" dirty="0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D6EC7C4-F80A-7B32-11AF-715C1163909F}"/>
              </a:ext>
            </a:extLst>
          </p:cNvPr>
          <p:cNvCxnSpPr>
            <a:cxnSpLocks/>
          </p:cNvCxnSpPr>
          <p:nvPr/>
        </p:nvCxnSpPr>
        <p:spPr>
          <a:xfrm>
            <a:off x="6709825" y="847645"/>
            <a:ext cx="0" cy="22762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6E3E33D-AD19-7D95-9562-B3BC5B300BC8}"/>
              </a:ext>
            </a:extLst>
          </p:cNvPr>
          <p:cNvSpPr txBox="1"/>
          <p:nvPr/>
        </p:nvSpPr>
        <p:spPr>
          <a:xfrm>
            <a:off x="6644407" y="1655847"/>
            <a:ext cx="1281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Count done</a:t>
            </a:r>
            <a:endParaRPr lang="en-US" dirty="0"/>
          </a:p>
        </p:txBody>
      </p:sp>
      <p:sp>
        <p:nvSpPr>
          <p:cNvPr id="113" name="Cloud 112">
            <a:extLst>
              <a:ext uri="{FF2B5EF4-FFF2-40B4-BE49-F238E27FC236}">
                <a16:creationId xmlns:a16="http://schemas.microsoft.com/office/drawing/2014/main" id="{AE85661C-9F33-7132-17E0-5275114E6E82}"/>
              </a:ext>
            </a:extLst>
          </p:cNvPr>
          <p:cNvSpPr/>
          <p:nvPr/>
        </p:nvSpPr>
        <p:spPr>
          <a:xfrm>
            <a:off x="8730609" y="435900"/>
            <a:ext cx="1576878" cy="105324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Counter 5s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4C7EFC7C-F2D7-AB83-AF76-7E878DB03BF4}"/>
              </a:ext>
            </a:extLst>
          </p:cNvPr>
          <p:cNvCxnSpPr>
            <a:cxnSpLocks/>
          </p:cNvCxnSpPr>
          <p:nvPr/>
        </p:nvCxnSpPr>
        <p:spPr>
          <a:xfrm flipH="1">
            <a:off x="7925574" y="2064597"/>
            <a:ext cx="149368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9F4F1E6-6279-29EE-65C4-839B5F558CEE}"/>
              </a:ext>
            </a:extLst>
          </p:cNvPr>
          <p:cNvCxnSpPr>
            <a:cxnSpLocks/>
          </p:cNvCxnSpPr>
          <p:nvPr/>
        </p:nvCxnSpPr>
        <p:spPr>
          <a:xfrm>
            <a:off x="9419260" y="1306137"/>
            <a:ext cx="0" cy="759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89A59803-2EDB-4DE0-C10E-D19EFEE791AC}"/>
              </a:ext>
            </a:extLst>
          </p:cNvPr>
          <p:cNvSpPr txBox="1"/>
          <p:nvPr/>
        </p:nvSpPr>
        <p:spPr>
          <a:xfrm>
            <a:off x="8288496" y="1670219"/>
            <a:ext cx="1125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Count start</a:t>
            </a:r>
            <a:endParaRPr lang="en-US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5D2CA4A-E6B1-D825-6EEE-3175222A4A37}"/>
              </a:ext>
            </a:extLst>
          </p:cNvPr>
          <p:cNvCxnSpPr>
            <a:cxnSpLocks/>
          </p:cNvCxnSpPr>
          <p:nvPr/>
        </p:nvCxnSpPr>
        <p:spPr>
          <a:xfrm flipH="1">
            <a:off x="8158299" y="2430614"/>
            <a:ext cx="142616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7569FD6C-3FE4-9551-677E-ED7A5FB5FC65}"/>
              </a:ext>
            </a:extLst>
          </p:cNvPr>
          <p:cNvCxnSpPr>
            <a:cxnSpLocks/>
          </p:cNvCxnSpPr>
          <p:nvPr/>
        </p:nvCxnSpPr>
        <p:spPr>
          <a:xfrm>
            <a:off x="9584466" y="1083937"/>
            <a:ext cx="0" cy="13406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FEC5A6DF-2DB9-B1D8-036F-6021906C5C91}"/>
              </a:ext>
            </a:extLst>
          </p:cNvPr>
          <p:cNvSpPr txBox="1"/>
          <p:nvPr/>
        </p:nvSpPr>
        <p:spPr>
          <a:xfrm>
            <a:off x="8324696" y="2131866"/>
            <a:ext cx="1281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Count done</a:t>
            </a:r>
            <a:endParaRPr lang="en-US" dirty="0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453D4DCD-FC41-A0C6-9947-157F3F5CC78B}"/>
              </a:ext>
            </a:extLst>
          </p:cNvPr>
          <p:cNvCxnSpPr>
            <a:cxnSpLocks/>
          </p:cNvCxnSpPr>
          <p:nvPr/>
        </p:nvCxnSpPr>
        <p:spPr>
          <a:xfrm>
            <a:off x="8158299" y="2417377"/>
            <a:ext cx="0" cy="9491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5D152F6-8A38-57C4-586B-0A03062987CC}"/>
              </a:ext>
            </a:extLst>
          </p:cNvPr>
          <p:cNvCxnSpPr>
            <a:cxnSpLocks/>
          </p:cNvCxnSpPr>
          <p:nvPr/>
        </p:nvCxnSpPr>
        <p:spPr>
          <a:xfrm flipH="1">
            <a:off x="6517884" y="3366502"/>
            <a:ext cx="165716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1D148BE-403F-D8F8-8CAB-C6114F39192F}"/>
              </a:ext>
            </a:extLst>
          </p:cNvPr>
          <p:cNvCxnSpPr>
            <a:cxnSpLocks/>
          </p:cNvCxnSpPr>
          <p:nvPr/>
        </p:nvCxnSpPr>
        <p:spPr>
          <a:xfrm>
            <a:off x="7925574" y="2054768"/>
            <a:ext cx="0" cy="10691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6B3D631-7B6E-F2D5-D90A-643D52C85ED5}"/>
              </a:ext>
            </a:extLst>
          </p:cNvPr>
          <p:cNvCxnSpPr>
            <a:cxnSpLocks/>
          </p:cNvCxnSpPr>
          <p:nvPr/>
        </p:nvCxnSpPr>
        <p:spPr>
          <a:xfrm flipH="1">
            <a:off x="6755995" y="3123870"/>
            <a:ext cx="118094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282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298FEA2-34C2-80A0-7625-867B071ED2DB}"/>
              </a:ext>
            </a:extLst>
          </p:cNvPr>
          <p:cNvSpPr/>
          <p:nvPr/>
        </p:nvSpPr>
        <p:spPr>
          <a:xfrm>
            <a:off x="2358951" y="1125088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89FB80-5903-2AD2-47CB-77E693F873F9}"/>
              </a:ext>
            </a:extLst>
          </p:cNvPr>
          <p:cNvSpPr txBox="1"/>
          <p:nvPr/>
        </p:nvSpPr>
        <p:spPr>
          <a:xfrm>
            <a:off x="3562107" y="471437"/>
            <a:ext cx="108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Button = 1</a:t>
            </a:r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81062E47-66C5-B56F-5D9A-18E602294748}"/>
              </a:ext>
            </a:extLst>
          </p:cNvPr>
          <p:cNvCxnSpPr>
            <a:cxnSpLocks/>
            <a:stCxn id="4" idx="0"/>
            <a:endCxn id="2" idx="0"/>
          </p:cNvCxnSpPr>
          <p:nvPr/>
        </p:nvCxnSpPr>
        <p:spPr>
          <a:xfrm rot="5400000" flipH="1" flipV="1">
            <a:off x="3969551" y="18536"/>
            <a:ext cx="35953" cy="2177153"/>
          </a:xfrm>
          <a:prstGeom prst="curvedConnector3">
            <a:avLst>
              <a:gd name="adj1" fmla="val 7358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E9C48DC7-86DA-D35C-49A4-84B6401FD543}"/>
              </a:ext>
            </a:extLst>
          </p:cNvPr>
          <p:cNvCxnSpPr>
            <a:cxnSpLocks/>
            <a:stCxn id="138" idx="4"/>
            <a:endCxn id="80" idx="0"/>
          </p:cNvCxnSpPr>
          <p:nvPr/>
        </p:nvCxnSpPr>
        <p:spPr>
          <a:xfrm rot="5400000">
            <a:off x="6866350" y="3006651"/>
            <a:ext cx="3013478" cy="11832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6E5F6EFB-2269-1EA2-FBF5-2796717E7C01}"/>
              </a:ext>
            </a:extLst>
          </p:cNvPr>
          <p:cNvSpPr/>
          <p:nvPr/>
        </p:nvSpPr>
        <p:spPr>
          <a:xfrm>
            <a:off x="4536104" y="1089135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Locking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66E1CE-D34A-3F50-5D80-B974A7B4BE43}"/>
              </a:ext>
            </a:extLst>
          </p:cNvPr>
          <p:cNvSpPr txBox="1"/>
          <p:nvPr/>
        </p:nvSpPr>
        <p:spPr>
          <a:xfrm>
            <a:off x="6056859" y="4323573"/>
            <a:ext cx="101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else Char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529A71-7AF0-DDDC-E0DE-C42854BE12FC}"/>
              </a:ext>
            </a:extLst>
          </p:cNvPr>
          <p:cNvSpPr txBox="1"/>
          <p:nvPr/>
        </p:nvSpPr>
        <p:spPr>
          <a:xfrm>
            <a:off x="6867706" y="471437"/>
            <a:ext cx="1501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5s count done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EBA575F-0298-6C29-5F8E-EBAF1D7C6977}"/>
              </a:ext>
            </a:extLst>
          </p:cNvPr>
          <p:cNvSpPr/>
          <p:nvPr/>
        </p:nvSpPr>
        <p:spPr>
          <a:xfrm>
            <a:off x="296228" y="4492850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FIRE Alarm</a:t>
            </a:r>
          </a:p>
        </p:txBody>
      </p: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DFFEE5BA-9662-9CF2-20EF-289C9AB52901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10800000" flipV="1">
            <a:off x="454391" y="1665088"/>
            <a:ext cx="1904561" cy="298592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E8888DB-049A-5DE0-B38E-F3284B60B7D0}"/>
              </a:ext>
            </a:extLst>
          </p:cNvPr>
          <p:cNvSpPr txBox="1"/>
          <p:nvPr/>
        </p:nvSpPr>
        <p:spPr>
          <a:xfrm>
            <a:off x="408695" y="4111012"/>
            <a:ext cx="1074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Smoke = 1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645F7D57-1CD5-4026-23F1-BA436F611C87}"/>
              </a:ext>
            </a:extLst>
          </p:cNvPr>
          <p:cNvCxnSpPr>
            <a:cxnSpLocks/>
            <a:stCxn id="31" idx="6"/>
            <a:endCxn id="4" idx="4"/>
          </p:cNvCxnSpPr>
          <p:nvPr/>
        </p:nvCxnSpPr>
        <p:spPr>
          <a:xfrm flipV="1">
            <a:off x="1376228" y="2205088"/>
            <a:ext cx="1522723" cy="282776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E79CBB6-6511-5ABB-E9DB-95A8239AF140}"/>
              </a:ext>
            </a:extLst>
          </p:cNvPr>
          <p:cNvSpPr txBox="1"/>
          <p:nvPr/>
        </p:nvSpPr>
        <p:spPr>
          <a:xfrm>
            <a:off x="1418366" y="5021735"/>
            <a:ext cx="1074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Smoke = 0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9246FA5-0615-86FE-7126-07B7B4D9FDDF}"/>
              </a:ext>
            </a:extLst>
          </p:cNvPr>
          <p:cNvSpPr/>
          <p:nvPr/>
        </p:nvSpPr>
        <p:spPr>
          <a:xfrm>
            <a:off x="9194577" y="4025016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Intruder</a:t>
            </a:r>
          </a:p>
        </p:txBody>
      </p: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027F975D-86F6-A9ED-8978-92BB7DEEDEC9}"/>
              </a:ext>
            </a:extLst>
          </p:cNvPr>
          <p:cNvCxnSpPr>
            <a:cxnSpLocks/>
            <a:stCxn id="138" idx="6"/>
            <a:endCxn id="55" idx="6"/>
          </p:cNvCxnSpPr>
          <p:nvPr/>
        </p:nvCxnSpPr>
        <p:spPr>
          <a:xfrm>
            <a:off x="9504715" y="1551538"/>
            <a:ext cx="769862" cy="3013478"/>
          </a:xfrm>
          <a:prstGeom prst="curvedConnector3">
            <a:avLst>
              <a:gd name="adj1" fmla="val 1296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A3C4C973-64BC-D584-21F5-AB89CAF1486F}"/>
              </a:ext>
            </a:extLst>
          </p:cNvPr>
          <p:cNvCxnSpPr>
            <a:cxnSpLocks/>
            <a:stCxn id="55" idx="4"/>
            <a:endCxn id="80" idx="6"/>
          </p:cNvCxnSpPr>
          <p:nvPr/>
        </p:nvCxnSpPr>
        <p:spPr>
          <a:xfrm rot="5400000">
            <a:off x="8758020" y="4668459"/>
            <a:ext cx="540000" cy="141311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FC6F18A-E426-03E8-C5E8-792601FC07F4}"/>
              </a:ext>
            </a:extLst>
          </p:cNvPr>
          <p:cNvSpPr txBox="1"/>
          <p:nvPr/>
        </p:nvSpPr>
        <p:spPr>
          <a:xfrm>
            <a:off x="9665089" y="3317257"/>
            <a:ext cx="1456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Ultrasonic = 1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2CE28D6-42C1-FCF2-20E3-EE4F04FF5FE5}"/>
              </a:ext>
            </a:extLst>
          </p:cNvPr>
          <p:cNvSpPr/>
          <p:nvPr/>
        </p:nvSpPr>
        <p:spPr>
          <a:xfrm>
            <a:off x="7241462" y="5105016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S_1</a:t>
            </a:r>
            <a:endParaRPr lang="en-US" sz="9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DBFA667-6C91-F62C-CD86-619D32DAD5C4}"/>
              </a:ext>
            </a:extLst>
          </p:cNvPr>
          <p:cNvSpPr/>
          <p:nvPr/>
        </p:nvSpPr>
        <p:spPr>
          <a:xfrm>
            <a:off x="6026908" y="5105016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S_12</a:t>
            </a:r>
            <a:endParaRPr lang="en-US" sz="9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BCE5DD1-5A9F-B94A-244A-28473F2D1245}"/>
              </a:ext>
            </a:extLst>
          </p:cNvPr>
          <p:cNvSpPr/>
          <p:nvPr/>
        </p:nvSpPr>
        <p:spPr>
          <a:xfrm>
            <a:off x="4683402" y="5105016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S_123</a:t>
            </a:r>
            <a:endParaRPr lang="en-US" sz="9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856652F-737D-E20E-63F6-DC691B8235D5}"/>
              </a:ext>
            </a:extLst>
          </p:cNvPr>
          <p:cNvSpPr txBox="1"/>
          <p:nvPr/>
        </p:nvSpPr>
        <p:spPr>
          <a:xfrm>
            <a:off x="8119544" y="5145191"/>
            <a:ext cx="926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Char = 1</a:t>
            </a:r>
          </a:p>
        </p:txBody>
      </p:sp>
      <p:cxnSp>
        <p:nvCxnSpPr>
          <p:cNvPr id="88" name="Connector: Curved 87">
            <a:extLst>
              <a:ext uri="{FF2B5EF4-FFF2-40B4-BE49-F238E27FC236}">
                <a16:creationId xmlns:a16="http://schemas.microsoft.com/office/drawing/2014/main" id="{4B4ED8DE-65A6-0AA1-E2A7-5326118343E7}"/>
              </a:ext>
            </a:extLst>
          </p:cNvPr>
          <p:cNvCxnSpPr>
            <a:cxnSpLocks/>
            <a:stCxn id="80" idx="4"/>
            <a:endCxn id="81" idx="4"/>
          </p:cNvCxnSpPr>
          <p:nvPr/>
        </p:nvCxnSpPr>
        <p:spPr>
          <a:xfrm rot="5400000">
            <a:off x="7174185" y="5577739"/>
            <a:ext cx="12700" cy="121455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7D99878-91EA-7F9D-1ABF-BC677571F25E}"/>
              </a:ext>
            </a:extLst>
          </p:cNvPr>
          <p:cNvSpPr txBox="1"/>
          <p:nvPr/>
        </p:nvSpPr>
        <p:spPr>
          <a:xfrm>
            <a:off x="6822792" y="6038013"/>
            <a:ext cx="926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Char = 2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2BCCA08-ED2B-3307-FA30-0F529A38FA06}"/>
              </a:ext>
            </a:extLst>
          </p:cNvPr>
          <p:cNvSpPr/>
          <p:nvPr/>
        </p:nvSpPr>
        <p:spPr>
          <a:xfrm>
            <a:off x="5841288" y="2816995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Incorrect</a:t>
            </a:r>
          </a:p>
        </p:txBody>
      </p: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812E41B0-8C9C-81B6-51DD-DA2C707F64BB}"/>
              </a:ext>
            </a:extLst>
          </p:cNvPr>
          <p:cNvCxnSpPr>
            <a:cxnSpLocks/>
            <a:stCxn id="80" idx="1"/>
            <a:endCxn id="92" idx="6"/>
          </p:cNvCxnSpPr>
          <p:nvPr/>
        </p:nvCxnSpPr>
        <p:spPr>
          <a:xfrm rot="16200000" flipV="1">
            <a:off x="6207365" y="4070919"/>
            <a:ext cx="1906183" cy="47833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763199D2-7931-08B0-3D93-5922F15E36D7}"/>
              </a:ext>
            </a:extLst>
          </p:cNvPr>
          <p:cNvCxnSpPr>
            <a:cxnSpLocks/>
            <a:stCxn id="81" idx="4"/>
            <a:endCxn id="83" idx="4"/>
          </p:cNvCxnSpPr>
          <p:nvPr/>
        </p:nvCxnSpPr>
        <p:spPr>
          <a:xfrm rot="5400000">
            <a:off x="5895155" y="5513263"/>
            <a:ext cx="12700" cy="134350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F4F80126-32FD-373A-5309-08B0229C6DC9}"/>
              </a:ext>
            </a:extLst>
          </p:cNvPr>
          <p:cNvSpPr txBox="1"/>
          <p:nvPr/>
        </p:nvSpPr>
        <p:spPr>
          <a:xfrm>
            <a:off x="5456830" y="6087647"/>
            <a:ext cx="926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Char = 3</a:t>
            </a:r>
          </a:p>
        </p:txBody>
      </p:sp>
      <p:cxnSp>
        <p:nvCxnSpPr>
          <p:cNvPr id="99" name="Connector: Curved 98">
            <a:extLst>
              <a:ext uri="{FF2B5EF4-FFF2-40B4-BE49-F238E27FC236}">
                <a16:creationId xmlns:a16="http://schemas.microsoft.com/office/drawing/2014/main" id="{100587E8-0068-964E-C118-9F32830B5D0D}"/>
              </a:ext>
            </a:extLst>
          </p:cNvPr>
          <p:cNvCxnSpPr>
            <a:cxnSpLocks/>
            <a:stCxn id="83" idx="4"/>
            <a:endCxn id="4" idx="4"/>
          </p:cNvCxnSpPr>
          <p:nvPr/>
        </p:nvCxnSpPr>
        <p:spPr>
          <a:xfrm rot="5400000" flipH="1">
            <a:off x="2071213" y="3032827"/>
            <a:ext cx="3979928" cy="2324451"/>
          </a:xfrm>
          <a:prstGeom prst="curvedConnector3">
            <a:avLst>
              <a:gd name="adj1" fmla="val -25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56975B0-AB95-41B5-1EB1-E5664B68654A}"/>
              </a:ext>
            </a:extLst>
          </p:cNvPr>
          <p:cNvSpPr txBox="1"/>
          <p:nvPr/>
        </p:nvSpPr>
        <p:spPr>
          <a:xfrm>
            <a:off x="3562107" y="5534017"/>
            <a:ext cx="926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Char = 4</a:t>
            </a:r>
          </a:p>
        </p:txBody>
      </p: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5B7ADD4A-E544-721F-B988-E6D5EF9B389A}"/>
              </a:ext>
            </a:extLst>
          </p:cNvPr>
          <p:cNvCxnSpPr>
            <a:cxnSpLocks/>
            <a:stCxn id="81" idx="1"/>
            <a:endCxn id="92" idx="2"/>
          </p:cNvCxnSpPr>
          <p:nvPr/>
        </p:nvCxnSpPr>
        <p:spPr>
          <a:xfrm rot="16200000" flipV="1">
            <a:off x="5060088" y="4138196"/>
            <a:ext cx="1906183" cy="343782"/>
          </a:xfrm>
          <a:prstGeom prst="curvedConnector4">
            <a:avLst>
              <a:gd name="adj1" fmla="val 31687"/>
              <a:gd name="adj2" fmla="val 16649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Curved 109">
            <a:extLst>
              <a:ext uri="{FF2B5EF4-FFF2-40B4-BE49-F238E27FC236}">
                <a16:creationId xmlns:a16="http://schemas.microsoft.com/office/drawing/2014/main" id="{5A5C8604-F418-8BA7-55A5-F4486E2EAC1D}"/>
              </a:ext>
            </a:extLst>
          </p:cNvPr>
          <p:cNvCxnSpPr>
            <a:cxnSpLocks/>
            <a:stCxn id="83" idx="0"/>
            <a:endCxn id="92" idx="2"/>
          </p:cNvCxnSpPr>
          <p:nvPr/>
        </p:nvCxnSpPr>
        <p:spPr>
          <a:xfrm rot="5400000" flipH="1" flipV="1">
            <a:off x="4658335" y="3922063"/>
            <a:ext cx="1748021" cy="61788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Curved 115">
            <a:extLst>
              <a:ext uri="{FF2B5EF4-FFF2-40B4-BE49-F238E27FC236}">
                <a16:creationId xmlns:a16="http://schemas.microsoft.com/office/drawing/2014/main" id="{7359B067-9831-B44C-860F-CD8D12024715}"/>
              </a:ext>
            </a:extLst>
          </p:cNvPr>
          <p:cNvCxnSpPr>
            <a:cxnSpLocks/>
            <a:stCxn id="92" idx="7"/>
            <a:endCxn id="138" idx="3"/>
          </p:cNvCxnSpPr>
          <p:nvPr/>
        </p:nvCxnSpPr>
        <p:spPr>
          <a:xfrm rot="5400000" flipH="1" flipV="1">
            <a:off x="7152111" y="1544392"/>
            <a:ext cx="1041781" cy="18197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9B24679-5528-EA1B-4B4B-40071754B187}"/>
              </a:ext>
            </a:extLst>
          </p:cNvPr>
          <p:cNvSpPr txBox="1"/>
          <p:nvPr/>
        </p:nvSpPr>
        <p:spPr>
          <a:xfrm>
            <a:off x="7986960" y="2787468"/>
            <a:ext cx="926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Char = 1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F73C6689-7715-665B-153F-6984C0DDDC9D}"/>
              </a:ext>
            </a:extLst>
          </p:cNvPr>
          <p:cNvSpPr/>
          <p:nvPr/>
        </p:nvSpPr>
        <p:spPr>
          <a:xfrm>
            <a:off x="8424715" y="1011538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Locked</a:t>
            </a:r>
          </a:p>
        </p:txBody>
      </p:sp>
      <p:cxnSp>
        <p:nvCxnSpPr>
          <p:cNvPr id="142" name="Connector: Curved 141">
            <a:extLst>
              <a:ext uri="{FF2B5EF4-FFF2-40B4-BE49-F238E27FC236}">
                <a16:creationId xmlns:a16="http://schemas.microsoft.com/office/drawing/2014/main" id="{102A2C61-FCDF-3C97-C000-B91CAB000742}"/>
              </a:ext>
            </a:extLst>
          </p:cNvPr>
          <p:cNvCxnSpPr>
            <a:cxnSpLocks/>
            <a:stCxn id="2" idx="0"/>
            <a:endCxn id="138" idx="0"/>
          </p:cNvCxnSpPr>
          <p:nvPr/>
        </p:nvCxnSpPr>
        <p:spPr>
          <a:xfrm rot="5400000" flipH="1" flipV="1">
            <a:off x="6981611" y="-893968"/>
            <a:ext cx="77597" cy="3888611"/>
          </a:xfrm>
          <a:prstGeom prst="curvedConnector3">
            <a:avLst>
              <a:gd name="adj1" fmla="val 3945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DD3466BF-783A-63F1-356A-A0642F97C268}"/>
              </a:ext>
            </a:extLst>
          </p:cNvPr>
          <p:cNvSpPr txBox="1"/>
          <p:nvPr/>
        </p:nvSpPr>
        <p:spPr>
          <a:xfrm>
            <a:off x="6738191" y="2134902"/>
            <a:ext cx="1501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2s count done</a:t>
            </a:r>
          </a:p>
        </p:txBody>
      </p:sp>
      <p:cxnSp>
        <p:nvCxnSpPr>
          <p:cNvPr id="156" name="Connector: Curved 155">
            <a:extLst>
              <a:ext uri="{FF2B5EF4-FFF2-40B4-BE49-F238E27FC236}">
                <a16:creationId xmlns:a16="http://schemas.microsoft.com/office/drawing/2014/main" id="{55C12AA2-3588-7052-CCCC-3D3CF86B2949}"/>
              </a:ext>
            </a:extLst>
          </p:cNvPr>
          <p:cNvCxnSpPr>
            <a:cxnSpLocks/>
            <a:stCxn id="138" idx="0"/>
            <a:endCxn id="31" idx="1"/>
          </p:cNvCxnSpPr>
          <p:nvPr/>
        </p:nvCxnSpPr>
        <p:spPr>
          <a:xfrm rot="16200000" flipH="1" flipV="1">
            <a:off x="2889816" y="-1423888"/>
            <a:ext cx="3639474" cy="8510325"/>
          </a:xfrm>
          <a:prstGeom prst="curvedConnector3">
            <a:avLst>
              <a:gd name="adj1" fmla="val -239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Curved 159">
            <a:extLst>
              <a:ext uri="{FF2B5EF4-FFF2-40B4-BE49-F238E27FC236}">
                <a16:creationId xmlns:a16="http://schemas.microsoft.com/office/drawing/2014/main" id="{53E07CB8-8F22-4EA2-E5CF-73A83E0CECED}"/>
              </a:ext>
            </a:extLst>
          </p:cNvPr>
          <p:cNvCxnSpPr>
            <a:cxnSpLocks/>
            <a:stCxn id="31" idx="6"/>
            <a:endCxn id="138" idx="2"/>
          </p:cNvCxnSpPr>
          <p:nvPr/>
        </p:nvCxnSpPr>
        <p:spPr>
          <a:xfrm flipV="1">
            <a:off x="1376228" y="1551538"/>
            <a:ext cx="7048487" cy="3481312"/>
          </a:xfrm>
          <a:prstGeom prst="curvedConnector3">
            <a:avLst>
              <a:gd name="adj1" fmla="val 472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: Curved 171">
            <a:extLst>
              <a:ext uri="{FF2B5EF4-FFF2-40B4-BE49-F238E27FC236}">
                <a16:creationId xmlns:a16="http://schemas.microsoft.com/office/drawing/2014/main" id="{99E4ABC3-80A4-7E2A-0D35-785DF0ADA863}"/>
              </a:ext>
            </a:extLst>
          </p:cNvPr>
          <p:cNvCxnSpPr>
            <a:cxnSpLocks/>
            <a:stCxn id="55" idx="4"/>
            <a:endCxn id="31" idx="4"/>
          </p:cNvCxnSpPr>
          <p:nvPr/>
        </p:nvCxnSpPr>
        <p:spPr>
          <a:xfrm rot="5400000">
            <a:off x="5051486" y="889759"/>
            <a:ext cx="467834" cy="8898349"/>
          </a:xfrm>
          <a:prstGeom prst="curvedConnector3">
            <a:avLst>
              <a:gd name="adj1" fmla="val 3424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2066C482-7913-C9E5-E462-FFA21B93AA68}"/>
              </a:ext>
            </a:extLst>
          </p:cNvPr>
          <p:cNvSpPr txBox="1"/>
          <p:nvPr/>
        </p:nvSpPr>
        <p:spPr>
          <a:xfrm>
            <a:off x="717850" y="6191366"/>
            <a:ext cx="1074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Smoke = 1</a:t>
            </a:r>
          </a:p>
        </p:txBody>
      </p:sp>
    </p:spTree>
    <p:extLst>
      <p:ext uri="{BB962C8B-B14F-4D97-AF65-F5344CB8AC3E}">
        <p14:creationId xmlns:p14="http://schemas.microsoft.com/office/powerpoint/2010/main" val="1864267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37F8-D728-6CE2-D5FC-3D3926D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 it working!</a:t>
            </a:r>
          </a:p>
        </p:txBody>
      </p:sp>
      <p:pic>
        <p:nvPicPr>
          <p:cNvPr id="5" name="Content Placeholder 4" descr="A circuit board with wires and a small white board&#10;&#10;Description automatically generated with medium confidence">
            <a:extLst>
              <a:ext uri="{FF2B5EF4-FFF2-40B4-BE49-F238E27FC236}">
                <a16:creationId xmlns:a16="http://schemas.microsoft.com/office/drawing/2014/main" id="{B3170948-A583-608B-6C94-275504D52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7" t="19996" r="18734" b="4135"/>
          <a:stretch/>
        </p:blipFill>
        <p:spPr>
          <a:xfrm>
            <a:off x="3008757" y="1690688"/>
            <a:ext cx="6174485" cy="4946705"/>
          </a:xfrm>
        </p:spPr>
      </p:pic>
    </p:spTree>
    <p:extLst>
      <p:ext uri="{BB962C8B-B14F-4D97-AF65-F5344CB8AC3E}">
        <p14:creationId xmlns:p14="http://schemas.microsoft.com/office/powerpoint/2010/main" val="3059937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AD6A-BE41-0988-A65F-88FF937C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improvements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B6BB8-D65E-C25E-6E00-F1041F54D67D}"/>
              </a:ext>
            </a:extLst>
          </p:cNvPr>
          <p:cNvSpPr txBox="1"/>
          <p:nvPr/>
        </p:nvSpPr>
        <p:spPr>
          <a:xfrm>
            <a:off x="838200" y="2228671"/>
            <a:ext cx="50694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Integration of multiple sensors.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FSM to manage security and real-time conditions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LCD Display and Temperature sensor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E1924994-2A34-D968-885F-455E8A749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5014" y="2133668"/>
            <a:ext cx="468518" cy="468518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07371F0D-04F8-EFFF-4B1C-9426CE2DC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4818" y="2697190"/>
            <a:ext cx="468518" cy="468518"/>
          </a:xfrm>
          <a:prstGeom prst="rect">
            <a:avLst/>
          </a:prstGeom>
        </p:spPr>
      </p:pic>
      <p:pic>
        <p:nvPicPr>
          <p:cNvPr id="10" name="Graphic 9" descr="Badge Cross with solid fill">
            <a:extLst>
              <a:ext uri="{FF2B5EF4-FFF2-40B4-BE49-F238E27FC236}">
                <a16:creationId xmlns:a16="http://schemas.microsoft.com/office/drawing/2014/main" id="{281ED0D5-8229-F746-2DB7-B678593C30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1957" y="3318720"/>
            <a:ext cx="481885" cy="48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87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AD6A-BE41-0988-A65F-88FF937C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improvements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B6BB8-D65E-C25E-6E00-F1041F54D67D}"/>
              </a:ext>
            </a:extLst>
          </p:cNvPr>
          <p:cNvSpPr txBox="1"/>
          <p:nvPr/>
        </p:nvSpPr>
        <p:spPr>
          <a:xfrm>
            <a:off x="838200" y="2228671"/>
            <a:ext cx="50694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Integration of multiple sensors.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FSM to manage security and real-time conditions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LCD Display and Temperature sensor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58FC72-99D8-497B-5426-A780B4B0D7BC}"/>
              </a:ext>
            </a:extLst>
          </p:cNvPr>
          <p:cNvSpPr txBox="1"/>
          <p:nvPr/>
        </p:nvSpPr>
        <p:spPr>
          <a:xfrm>
            <a:off x="6403336" y="4471128"/>
            <a:ext cx="52369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Integration of remaining sensors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Add ADC for analog sensors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Possible integration with Bluetooth or Wi-Fi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3D printed housing to reduce undesired conditions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E1924994-2A34-D968-885F-455E8A749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5014" y="2133668"/>
            <a:ext cx="468518" cy="468518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07371F0D-04F8-EFFF-4B1C-9426CE2DC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4818" y="2697190"/>
            <a:ext cx="468518" cy="468518"/>
          </a:xfrm>
          <a:prstGeom prst="rect">
            <a:avLst/>
          </a:prstGeom>
        </p:spPr>
      </p:pic>
      <p:pic>
        <p:nvPicPr>
          <p:cNvPr id="10" name="Graphic 9" descr="Badge Cross with solid fill">
            <a:extLst>
              <a:ext uri="{FF2B5EF4-FFF2-40B4-BE49-F238E27FC236}">
                <a16:creationId xmlns:a16="http://schemas.microsoft.com/office/drawing/2014/main" id="{281ED0D5-8229-F746-2DB7-B678593C30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1957" y="3318720"/>
            <a:ext cx="481885" cy="481885"/>
          </a:xfrm>
          <a:prstGeom prst="rect">
            <a:avLst/>
          </a:prstGeom>
        </p:spPr>
      </p:pic>
      <p:pic>
        <p:nvPicPr>
          <p:cNvPr id="13" name="Graphic 12" descr="Chevron arrows with solid fill">
            <a:extLst>
              <a:ext uri="{FF2B5EF4-FFF2-40B4-BE49-F238E27FC236}">
                <a16:creationId xmlns:a16="http://schemas.microsoft.com/office/drawing/2014/main" id="{BC68DE2C-7B23-E226-8144-6B848B0F46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0418" y="498949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175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16644</TotalTime>
  <Words>289</Words>
  <Application>Microsoft Office PowerPoint</Application>
  <PresentationFormat>Widescreen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Final project –  Home Automation</vt:lpstr>
      <vt:lpstr>Concept</vt:lpstr>
      <vt:lpstr>Concept</vt:lpstr>
      <vt:lpstr>Components</vt:lpstr>
      <vt:lpstr>HC-SR04</vt:lpstr>
      <vt:lpstr>MQ-2</vt:lpstr>
      <vt:lpstr>LC234X (UART interface)</vt:lpstr>
      <vt:lpstr>Components</vt:lpstr>
      <vt:lpstr>PowerPoint Presentation</vt:lpstr>
      <vt:lpstr>PowerPoint Presentation</vt:lpstr>
      <vt:lpstr>Let’s see it working!</vt:lpstr>
      <vt:lpstr>Conclusion and future improvements</vt:lpstr>
      <vt:lpstr>Conclusion and 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Unai</dc:creator>
  <cp:lastModifiedBy>Unai</cp:lastModifiedBy>
  <cp:revision>15</cp:revision>
  <dcterms:created xsi:type="dcterms:W3CDTF">2025-10-19T18:42:48Z</dcterms:created>
  <dcterms:modified xsi:type="dcterms:W3CDTF">2025-11-12T21:08:41Z</dcterms:modified>
</cp:coreProperties>
</file>